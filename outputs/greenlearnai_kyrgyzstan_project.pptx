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e5ffd8c344905" /><Relationship Type="http://schemas.openxmlformats.org/officeDocument/2006/relationships/extended-properties" Target="/docProps/app.xml" Id="R5919f3517def424e" /><Relationship Type="http://schemas.openxmlformats.org/officeDocument/2006/relationships/officeDocument" Target="/ppt/presentation.xml" Id="R10ad979df84841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038a2c0304710"/>
  </p:sldMasterIdLst>
  <p:notesMasterIdLst>
    <p:notesMasterId xmlns:r="http://schemas.openxmlformats.org/officeDocument/2006/relationships" r:id="R302f911429004c84"/>
  </p:notesMasterIdLst>
  <p:sldIdLst>
    <p:sldId xmlns:r="http://schemas.openxmlformats.org/officeDocument/2006/relationships" id="256" r:id="R3d94336f20c44c49"/>
    <p:sldId xmlns:r="http://schemas.openxmlformats.org/officeDocument/2006/relationships" id="257" r:id="Rfafd1fd8e36a43f5"/>
    <p:sldId xmlns:r="http://schemas.openxmlformats.org/officeDocument/2006/relationships" id="258" r:id="R5f32c83c86c54a7a"/>
    <p:sldId xmlns:r="http://schemas.openxmlformats.org/officeDocument/2006/relationships" id="259" r:id="R42ddec05b5374abf"/>
    <p:sldId xmlns:r="http://schemas.openxmlformats.org/officeDocument/2006/relationships" id="260" r:id="R34db131b93794475"/>
    <p:sldId xmlns:r="http://schemas.openxmlformats.org/officeDocument/2006/relationships" id="261" r:id="R6e878c18a836482f"/>
    <p:sldId xmlns:r="http://schemas.openxmlformats.org/officeDocument/2006/relationships" id="262" r:id="R9f45743bc95b4156"/>
    <p:sldId xmlns:r="http://schemas.openxmlformats.org/officeDocument/2006/relationships" id="263" r:id="R1253573abfdc44a5"/>
    <p:sldId xmlns:r="http://schemas.openxmlformats.org/officeDocument/2006/relationships" id="264" r:id="R56094e63c3774781"/>
    <p:sldId xmlns:r="http://schemas.openxmlformats.org/officeDocument/2006/relationships" id="265" r:id="R2d60d2becc834703"/>
    <p:sldId xmlns:r="http://schemas.openxmlformats.org/officeDocument/2006/relationships" id="266" r:id="Ra3f9a24cac3a418c"/>
    <p:sldId xmlns:r="http://schemas.openxmlformats.org/officeDocument/2006/relationships" id="267" r:id="R704303d3ce0644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d099b439d34fea" /><Relationship Type="http://schemas.openxmlformats.org/officeDocument/2006/relationships/slideMaster" Target="/ppt/slideMasters/slideMaster1.xml" Id="R4f0038a2c0304710" /><Relationship Type="http://schemas.openxmlformats.org/officeDocument/2006/relationships/notesMaster" Target="/ppt/notesMasters/notesMaster1.xml" Id="R302f911429004c84" /><Relationship Type="http://schemas.openxmlformats.org/officeDocument/2006/relationships/presProps" Target="/ppt/presProps.xml" Id="R01212d28a37a4e61" /><Relationship Type="http://schemas.openxmlformats.org/officeDocument/2006/relationships/tableStyles" Target="/ppt/tableStyles.xml" Id="R5a2570679ce94236" /><Relationship Type="http://schemas.openxmlformats.org/officeDocument/2006/relationships/slide" Target="/ppt/slides/slide1.xml" Id="R3d94336f20c44c49" /><Relationship Type="http://schemas.openxmlformats.org/officeDocument/2006/relationships/slide" Target="/ppt/slides/slide2.xml" Id="Rfafd1fd8e36a43f5" /><Relationship Type="http://schemas.openxmlformats.org/officeDocument/2006/relationships/slide" Target="/ppt/slides/slide3.xml" Id="R5f32c83c86c54a7a" /><Relationship Type="http://schemas.openxmlformats.org/officeDocument/2006/relationships/slide" Target="/ppt/slides/slide4.xml" Id="R42ddec05b5374abf" /><Relationship Type="http://schemas.openxmlformats.org/officeDocument/2006/relationships/slide" Target="/ppt/slides/slide5.xml" Id="R34db131b93794475" /><Relationship Type="http://schemas.openxmlformats.org/officeDocument/2006/relationships/slide" Target="/ppt/slides/slide6.xml" Id="R6e878c18a836482f" /><Relationship Type="http://schemas.openxmlformats.org/officeDocument/2006/relationships/slide" Target="/ppt/slides/slide7.xml" Id="R9f45743bc95b4156" /><Relationship Type="http://schemas.openxmlformats.org/officeDocument/2006/relationships/slide" Target="/ppt/slides/slide8.xml" Id="R1253573abfdc44a5" /><Relationship Type="http://schemas.openxmlformats.org/officeDocument/2006/relationships/slide" Target="/ppt/slides/slide9.xml" Id="R56094e63c3774781" /><Relationship Type="http://schemas.openxmlformats.org/officeDocument/2006/relationships/slide" Target="/ppt/slides/slide10.xml" Id="R2d60d2becc834703" /><Relationship Type="http://schemas.openxmlformats.org/officeDocument/2006/relationships/slide" Target="/ppt/slides/slide11.xml" Id="Ra3f9a24cac3a418c" /><Relationship Type="http://schemas.openxmlformats.org/officeDocument/2006/relationships/slide" Target="/ppt/slides/slide12.xml" Id="R704303d3ce0644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0b90966119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b3fcf380c4211" /><Relationship Type="http://schemas.openxmlformats.org/officeDocument/2006/relationships/notesMaster" Target="/ppt/notesMasters/notesMaster1.xml" Id="Rbe95452c7bd64a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78f3a45b3467e" /><Relationship Type="http://schemas.openxmlformats.org/officeDocument/2006/relationships/notesMaster" Target="/ppt/notesMasters/notesMaster1.xml" Id="R3617c23eb4dd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561f146434aa1" /><Relationship Type="http://schemas.openxmlformats.org/officeDocument/2006/relationships/notesMaster" Target="/ppt/notesMasters/notesMaster1.xml" Id="Ra1095ad40638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55854e5e7a4593" /><Relationship Type="http://schemas.openxmlformats.org/officeDocument/2006/relationships/notesMaster" Target="/ppt/notesMasters/notesMaster1.xml" Id="R7cf950509da54d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95d1ed443e444e" /><Relationship Type="http://schemas.openxmlformats.org/officeDocument/2006/relationships/notesMaster" Target="/ppt/notesMasters/notesMaster1.xml" Id="Rfdfc96fdf15c44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c5c089ce94ca5" /><Relationship Type="http://schemas.openxmlformats.org/officeDocument/2006/relationships/notesMaster" Target="/ppt/notesMasters/notesMaster1.xml" Id="Rbf97e543fc3842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9d72954e8d45c3" /><Relationship Type="http://schemas.openxmlformats.org/officeDocument/2006/relationships/notesMaster" Target="/ppt/notesMasters/notesMaster1.xml" Id="R8d757472554a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9b37a11554384" /><Relationship Type="http://schemas.openxmlformats.org/officeDocument/2006/relationships/notesMaster" Target="/ppt/notesMasters/notesMaster1.xml" Id="R5db0a042fef74f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1fbb5699d14ca6" /><Relationship Type="http://schemas.openxmlformats.org/officeDocument/2006/relationships/notesMaster" Target="/ppt/notesMasters/notesMaster1.xml" Id="Rf369fe9a30d245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c4727d162c4998" /><Relationship Type="http://schemas.openxmlformats.org/officeDocument/2006/relationships/notesMaster" Target="/ppt/notesMasters/notesMaster1.xml" Id="R22e4b6f047454a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4631c0db6e4c3e" /><Relationship Type="http://schemas.openxmlformats.org/officeDocument/2006/relationships/notesMaster" Target="/ppt/notesMasters/notesMaster1.xml" Id="Rac354e569dc64a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b352c5cb5e4c1d" /><Relationship Type="http://schemas.openxmlformats.org/officeDocument/2006/relationships/notesMaster" Target="/ppt/notesMasters/notesMaster1.xml" Id="R985c47d6d2b2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f0abbc583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3dfe13c3742d5" /><Relationship Type="http://schemas.openxmlformats.org/officeDocument/2006/relationships/slideLayout" Target="/ppt/slideLayouts/slideLayout1.xml" Id="R6a5a5c7da3f1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a5c7da3f1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4896b0582478a" /><Relationship Type="http://schemas.openxmlformats.org/officeDocument/2006/relationships/notesSlide" Target="/ppt/notesSlides/notesSlide1.xml" Id="Rb83ec0f1cb5c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add0ab8514ba9" /><Relationship Type="http://schemas.openxmlformats.org/officeDocument/2006/relationships/notesSlide" Target="/ppt/notesSlides/notesSlide2.xml" Id="Ra6edb2e98d4541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ab014aeb4669" /><Relationship Type="http://schemas.openxmlformats.org/officeDocument/2006/relationships/notesSlide" Target="/ppt/notesSlides/notesSlide3.xml" Id="Rdfdd2c27d0934b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0383e4b4847f8" /><Relationship Type="http://schemas.openxmlformats.org/officeDocument/2006/relationships/notesSlide" Target="/ppt/notesSlides/notesSlide4.xml" Id="R8ed2e0c1a60b48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3c08923284f3c" /><Relationship Type="http://schemas.openxmlformats.org/officeDocument/2006/relationships/notesSlide" Target="/ppt/notesSlides/notesSlide5.xml" Id="Rf82a9789515e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1bafa1dd64e4f" /><Relationship Type="http://schemas.openxmlformats.org/officeDocument/2006/relationships/notesSlide" Target="/ppt/notesSlides/notesSlide6.xml" Id="R8f7b6d8990d648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3e65c26af4f04" /><Relationship Type="http://schemas.openxmlformats.org/officeDocument/2006/relationships/notesSlide" Target="/ppt/notesSlides/notesSlide7.xml" Id="R90c60e532c6f43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1b3fd5e3d49b7" /><Relationship Type="http://schemas.openxmlformats.org/officeDocument/2006/relationships/notesSlide" Target="/ppt/notesSlides/notesSlide8.xml" Id="R387b03416b6c4a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820c55d87455b" /><Relationship Type="http://schemas.openxmlformats.org/officeDocument/2006/relationships/notesSlide" Target="/ppt/notesSlides/notesSlide9.xml" Id="Rad58d023305a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9bba91cb2422a" /><Relationship Type="http://schemas.openxmlformats.org/officeDocument/2006/relationships/notesSlide" Target="/ppt/notesSlides/notesSlide10.xml" Id="R53dde6321e4840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5223770ac4715" /><Relationship Type="http://schemas.openxmlformats.org/officeDocument/2006/relationships/chart" Target="/ppt/slides/charts/chart1.xml" Id="Ra7700bd80b92428b" /><Relationship Type="http://schemas.openxmlformats.org/officeDocument/2006/relationships/notesSlide" Target="/ppt/notesSlides/notesSlide11.xml" Id="Ref5cf3e99eb940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524e61352422f" /><Relationship Type="http://schemas.openxmlformats.org/officeDocument/2006/relationships/notesSlide" Target="/ppt/notesSlides/notesSlide12.xml" Id="R0118291d48ee48c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Направления</c:v>
          </c:tx>
          <c:spPr>
            <a:solidFill xmlns:a="http://schemas.openxmlformats.org/drawingml/2006/main">
              <a:srgbClr val="16A34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Родители</c:v>
              </c:pt>
              <c:pt idx="1">
                <c:v>Школы/ВУЗы</c:v>
              </c:pt>
              <c:pt idx="2">
                <c:v>Бренды</c:v>
              </c:pt>
              <c:pt idx="3">
                <c:v>Premium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8F74C-E8F7-456E-8863-6230432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>
              <a:alpha val="20000"/>
            </a:srgbClr>
          </a:solidFill>
          <a:ln xmlns:a="http://schemas.openxmlformats.org/drawingml/2006/main" w="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B32E1-2095-4E6A-8307-E2445E4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>
              <a:alpha val="20000"/>
            </a:srgbClr>
          </a:solidFill>
          <a:ln xmlns:a="http://schemas.openxmlformats.org/drawingml/2006/main" w="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605E0-EFD3-40CB-BE45-E46F37B7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DBBFD-F191-44E0-9F09-BD15116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GreenLearnAI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C0CD0-55DF-4087-A3E9-50925306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F3E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8F3E4"/>
                </a:solidFill>
                <a:latin typeface="Aptos"/>
                <a:ea typeface="Aptos"/>
                <a:cs typeface="Aptos"/>
              </a:rPr>
              <a:t>AI-платформа, которая превращает обучение, экологию и добрые дела в игру с реальными наградами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E1F35-4223-4749-AD12-E08DBE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0156D-FA02-4A35-831D-6993246B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учись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E551D-C2FD-4B7B-8D3D-B9A40B9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0F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6F5C8-9432-44A4-9566-63FF0E1E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71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9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985"/>
                </a:solidFill>
                <a:latin typeface="Aptos"/>
                <a:ea typeface="Aptos"/>
                <a:cs typeface="Aptos"/>
              </a:rPr>
              <a:t>делай добро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33095-F281-4DDF-A2D6-6BFF7CD2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7A123-00DD-4DA2-9DDA-848DE466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меняй мир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00730-FE5B-4878-8E1C-1077CAF5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0970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1F7A2-085E-4760-9AEC-270FF784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KG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F5AAB-048D-42A6-A65C-4730206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школы • семьи • бренды</a:t>
            </a:r>
          </a:p>
          <a:p xmlns:a="http://schemas.openxmlformats.org/drawingml/2006/main">
            <a:pPr algn="ctr"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реальные действия</a:t>
            </a:r>
          </a:p>
          <a:p xmlns:a="http://schemas.openxmlformats.org/drawingml/2006/main">
            <a:pPr algn="ctr"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GreenPoints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39E8A-964B-4F3B-822A-958A05A8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Презентация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37730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D0933FFA-53DF-4388-98D6-3107829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EA94E1B-3BB9-4ED3-8C85-8871049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Кыргызстан через 10 лет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ACC34F28-CDE9-4809-838E-D0689C4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Каждая школа отвечает за свой район, каждый класс — за свою улицу, каждый ребёнок — за свой вклад.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5E523-5560-4395-B2A4-AF5FB49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C1B8C-FB83-4497-B587-942EF1F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B5F1-BFE0-45B7-AAAA-3F723A3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4532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4532D"/>
                </a:solidFill>
                <a:latin typeface="Aptos Display"/>
                <a:ea typeface="Aptos Display"/>
                <a:cs typeface="Aptos Display"/>
              </a:rPr>
              <a:t>школа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29DF5-9AB9-416D-8820-02524B4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отвечает за район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195B4-CFB4-435A-8296-FFA9107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0F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A0D11-24AC-4D3D-AA7F-B3C5732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759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5985"/>
                </a:solidFill>
                <a:latin typeface="Aptos Display"/>
                <a:ea typeface="Aptos Display"/>
                <a:cs typeface="Aptos Display"/>
              </a:rPr>
              <a:t>класс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152FB-1537-4114-82EE-1BD8198D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194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следит за улицей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5D145-763D-4111-9136-2E22D3B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A1DB3-BEE7-4AF3-AEAA-81DFD80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ребёнок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9F606-161A-4613-969C-58A843C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делает доброе дело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193ED-D73D-4343-B46B-7EB65D6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16383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8F5DE-24F4-4D50-B115-06DD7DB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289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108E3-6011-423A-A8D2-3AAE017B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чистая страна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09A42-EFAF-486C-BFD5-4C035C51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Идея: не просто говорить об экологии, а каждый день превращать её в конкретное действие.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0C5F1-B4EE-4865-A6D8-1B413AF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408968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06BA5AF5-7090-47EB-BA8D-A4CF1D3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DE342E-8ECD-4B4B-803B-F959B375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Проблема детей сегодня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E2096BE-C534-4613-AE53-8D8525E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Телефон забирает внимание, а реальный мир всё чаще остаётся без участия ребёнка.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5838-79E8-416A-B1B2-7F72532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1BB23-DD0F-45F2-9E0D-70C11685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3D4F1-FB83-41D0-AF1E-F928DBA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39DF8-C48A-43F0-AE7D-A4EDD63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5658F-6B9A-4C1D-983C-710EEF5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52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Зависимость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3231B-1DCD-4F6A-94CE-785D0834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1562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Дети всё раньше привыкают к телефону и короткому вниманию.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1FE4D-D672-48CE-A30F-AC8579E1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9E6B-4269-436F-B939-DA8AF69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62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2DA11-DFB3-4DA8-AA21-5E9ED5FA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48C37-E187-4AAE-9C06-7098307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52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Концентрация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79CF4-B271-440E-A8C9-659D5896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43200"/>
            <a:ext cx="1562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Снижаются память, усидчивость и творческое мышление.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E8200-02D0-40B9-B815-EBDEB93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1940F-E69C-40DD-AB92-4DC02F1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F5661-1FB1-4C70-B7E3-9ED86DB5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BAC86-8399-44C1-B32A-BE3EC16D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52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Речь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5CF4C-68BC-4E68-81FD-A021F7A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1562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Некоторым детям сложно формулировать длинные предложения.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300CD-780F-41CC-8E9E-3EED92F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38AF6-9ADA-4728-9A52-ACA5E04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F157E-055C-4860-B9C0-63DAD1A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11E31-148D-4902-A2B6-5184C12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52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Ответственность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DD228-D28C-47F8-9FE0-51E9B3B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1562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Не всегда есть личная связь между поступком и будущим страны.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F3D7E-6741-458E-8574-80BCF3B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Мы объединяем эти проблемы в одну систему мотивации.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7DEA3-73FA-4BDC-8B2E-5B852D7A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777157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41C99566-DFD3-4DA4-B51A-A56EE4A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CDC034B-A0AF-4C37-90A7-3B1CF70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Решение: обучение + действие + награда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160A85B-1CE0-4853-9A5A-82A1990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GreenLearnAI переводит экранное время в реальные полезные дела.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1694D-75F6-4425-A397-5A0093B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1CCE2-3B8F-4DE4-AC37-110BABE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8C1B-8922-4DA4-818C-8FE2E13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B26FD-2445-474F-8207-18A2156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8E49D-9B27-47A5-ACE1-C656D06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908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AI-задание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B0CD3-95C9-4DDB-A663-5605112F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813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Персональная миссия по возрасту и интересу.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8A27E-0291-4EBD-91A8-494E481C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4154B-5DF2-435F-8A1F-414662D6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ED8F9-54A6-463C-A0DC-5FD85C38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13BE2-E54C-4A1E-BF48-895D4E33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B6B02-FBBA-4403-8074-532FB46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908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Реальное дело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8C867-8AFB-4639-802A-291C11B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Ребёнок действует вне телефона: дом, школа, улица.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2184D-DA60-48BD-881C-939611D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527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537CC-892E-4D32-AD4B-B8BDCE15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8CF28-3706-4E6C-9A82-2045920C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61620-672C-4531-A790-B364810B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5F6A3-8257-4270-BC5E-36E20579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908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Ответ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92573-AF34-46F6-8FDC-3A872003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Фото, голос или рассказ помогают развить речь и мышление.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DD70D-E70C-4F35-8CD0-EE9A568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527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C6B26-B4B7-40BE-A5A7-3F433D0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2890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A2EAB-2BA8-45AE-BDD0-7FE4F89D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1893E-1198-404C-B83E-E03322D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97B19-5B60-49AB-B560-5E488223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908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GreenPoints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3022F-37BB-4C50-B01A-08D9E2B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18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Баллы можно обменять на реальные награды.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10DB4-FC77-4AA1-8285-EDE567F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Не просто приложение, а система привычек.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9545C-EC4E-49E0-9F1B-13BC726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314453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63462FC1-75A1-42A0-9495-062A2C9C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B8802D3-577A-4B77-950F-FE017EA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Для маленьких детей: AI-друг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E5AED33F-CD02-4CF2-A6F9-D6F3069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Добрый персонаж помогает говорить, думать и объяснять свои действия.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04C7A-C965-47C6-A4F0-2FEDA0AD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06AA3-0425-4DD7-8694-DFA30EA2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47675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431EE-B154-425E-96E3-688F07D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“Полей цветы и расскажи,</a:t>
            </a:r>
          </a:p>
          <a:p xmlns:a="http://schemas.openxmlformats.org/drawingml/2006/main">
            <a:pPr algn="ctr">
              <a:defRPr sz="2325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почему растениям нужна вода.”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8BBE7-9D71-4E2A-91C2-0936C6D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Задание выводит ребёнка из телефона в реальный мир.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006D8-2833-4621-A422-AE5DAEA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485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900D5-3B10-4FC0-8FAD-A53D0CB0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DB33-D859-4C46-9DE7-5815BC17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F1E73-4208-41C6-A403-307A052C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1. Сделал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B0212-8D26-4D17-8D59-7A9AF7F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Полил цветы, помог дома, убрал мусор или посадил дерево.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B9F30-4490-4CA9-A1AB-04576CDE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485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3575C-D86A-4BC6-B886-9E574A4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B878C-EDD8-4622-BA3A-E2D636B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492C6-17B0-4D80-AB7F-AD13BB3C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62325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2. Рассказал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CBCE8-E8D6-40E6-972B-0D4EB8E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Произнес мысль: причина, действие, результат.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805A7-0FD5-4FA5-AD30-56C4173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0050"/>
            <a:ext cx="485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3BBFE-543B-4FC0-98CB-29DEA41D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81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029A9-757F-4AA9-ACDE-F32EB3F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8AF46-979F-4097-BDBB-35070B75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71975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3. Получил поддержку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DBFF1-ED4D-4D88-AF94-6E987CD4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AI помогает сформулировать правильную фразу и похвалить усилие.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72D22-80A7-4C22-A191-62B08FB4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301730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D35AB-87F6-426E-B8F5-0B0F0154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712E-950C-4913-880C-504C17F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Для подростков: наставник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A3288-7338-4D01-98A7-627B0850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FFAFE"/>
                </a:solidFill>
                <a:latin typeface="Aptos"/>
                <a:ea typeface="Aptos"/>
                <a:cs typeface="Aptos"/>
              </a:rPr>
              <a:t>Эко-челленджи, лидерство, волонтёрство, память и ответственность — без занудства.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420C9-1B35-47C4-B539-6FB239C1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C0F93-C572-40F0-8D8A-526B1ACB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17BDB-F972-41E4-9DA1-B6178B3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эко-челлендж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70293-0E85-4D15-A1C6-9C383AE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сдать батарейки, макулатуру, убрать двор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C219F-6AA0-4BF1-9D28-0B45B7B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4762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552B6-BA1D-4D85-AE01-79A30D9B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EAB10-C5C4-44A5-BB61-53F8884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творчество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0F79B-E25B-4D6C-9D9E-DCC42E6B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нарисовать, снять короткое видео, придумать проект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92FEC-D5F1-48EF-9073-89CA4CE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762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F8607-76AC-456C-A240-159938A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1E8BC-73B7-4F4B-A827-E7FFB3B5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волонтёрство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DB6F0-3FE5-422A-A903-0421096B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помочь школе, району, соседям, семье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4C67D-A5BE-423A-B202-4CFABB3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4762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57D26-2233-4CC8-8EAE-C8517C8F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C0D60-1E7F-400E-9DD6-93D6262D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лидерство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10D6A-BAB2-4F72-8CE3-28282058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вести команду класса и видеть общий 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18CF4-BC1C-484B-A7B2-226CE48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78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A34F9990-33D3-4D84-B505-8B675EB1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EA28F95-0D60-4586-8B54-95B6492D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Для родителей: панель воспитания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97F8A25D-05CE-4435-80A8-9319F810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Родитель покупает GreenPoints и сам задаёт условия для семейных миссий.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74853-E0AE-478C-A5C6-D9B6FC0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785C0-6689-41FB-95B1-59FC4C6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2194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B680B-0480-4079-BAFD-9DED1045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0FB03-7C8E-4157-AF54-8D2A033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20E53-8704-446F-B684-B8EB2B5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717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Сделай зарядку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EDB0D-818B-4464-80C3-4C18DDAF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 баллов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70FAA-EC92-4BEA-9280-EDF0EE9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2194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D173C-33B9-405A-8223-F7A74CCA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AEBB3-A6B3-4CDD-9710-320524F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3769F-F07E-42BF-BCB5-F23BBFC0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861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Прочитай книгу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EA69A-069B-4955-A816-B4BB642F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30 баллов за пересказ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31D58-2157-480F-86D6-AE450CB8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32194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5C1DA-2D2A-48EC-B2C3-8CD89C2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653BD-1BE2-47BA-813F-78213DB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277DF-A2E8-49CF-BF1E-AD0F767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006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Один час без телефона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FC988-435D-43BC-98A5-9CA778B0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50 баллов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3D83-824E-4116-928C-7B7F8FE1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5905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29989-6704-41EB-A218-B956865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Что видит родитель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BEE89-C05B-4DEF-8741-E2CAC0F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7D5BD-3D4D-4559-B0D8-AA96D75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задания ребёнка и статус выполнения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4C5A0-F11B-4B22-88B1-36549BD5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B640E-C1DA-44F7-A696-D5A469CC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AI-отчёты по фото и голосу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71756-F3C1-48BC-B12F-B0FF99D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DDC60-3567-49AD-9D82-1EF21E01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прогресс, привычки и GreenPoints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15DC8-98F2-4FF0-AC15-2B6C4ADF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3921D-C28B-46AB-9DB0-22245EBF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реальные награды вместо пустого экрана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06A2A-1274-4FD1-9DDA-21388530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453214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FCEDD47B-AE97-47AD-8EDB-7E1F322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CAAC083-8E23-4A31-AFF2-49AD4D06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Для школ и ВУЗов: цифровая мотивация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26CF6F-74CB-4DCA-B574-A4553BCB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Учитель ставит миссии, класс выполняет, школа видит результат.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1151-AAC0-4663-A093-44AD799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93B8E-6FBC-4C56-B7C8-3636DE3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25968-BEFD-4309-9027-C480F08E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3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B2E29-8E3C-46B0-97B2-2E5437E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3362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Участие в субботнике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C4A76-D2B6-4456-AF41-8CD6E3A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50 баллов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B934-6BE5-464C-AEFB-F66465A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4CEC5-1FD1-4B4B-B072-ED1AAB0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72741-B3CC-4E51-A923-838BC00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52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Сдать макулатуру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07E37-62E3-4C6A-A7D8-AEFED0DF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52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70 баллов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2F8C7-5663-4AD6-BC7E-A100DE7D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9E19-C58D-4074-B3C2-41E342DC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71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D01A6-69F4-48CA-9B8A-573693B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7192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Помочь в школьном мероприятии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D1A03-5335-40C7-83E7-94E2CB0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71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100 баллов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5981B-D0D9-4049-AAC4-83DAC36A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9EC0F-9B03-4547-AFA2-87D51AA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CCAFA-CE50-4E14-AF20-A78D4AA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910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Неделя без опозданий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D13E-238D-4697-B4D5-886B9CB4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91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30 баллов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F6469-F50C-4A6E-898E-DF03C9CB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9800"/>
            <a:ext cx="1104900" cy="30480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0EB34-5C31-4BDC-A5F3-40CE6CD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009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класс</a:t>
            </a:r>
          </a:p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улица</a:t>
            </a:r>
          </a:p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32D"/>
                </a:solidFill>
                <a:latin typeface="Aptos"/>
                <a:ea typeface="Aptos"/>
                <a:cs typeface="Aptos"/>
              </a:rPr>
              <a:t>район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987AF-E070-456D-B9CC-FE6484B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255388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4A1841E1-11ED-4BA1-9BB2-69980975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E88B334-7842-4B41-8632-9933074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Эко-карта Кыргызстана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A21DA3B9-987A-48C3-BDFB-9F3AFB81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Каждая школа видит свой участок, а город видит общий прогресс.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C6BF8-285E-45D6-BB2D-16D84385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38B6E-985B-4919-9ED9-E2859AF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72390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7F63-A964-42F5-883E-EB788AE7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7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Бишкек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54B82-8931-4BB9-A0F0-C3848BF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Ош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1C804-FE5B-4E3A-96EA-31D8523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D9D5B-EDC6-40A4-9459-5BF23C3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Школа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E576-0E8A-4B8D-B3ED-68DC50CA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1FB01-9FA7-40C8-B272-0C14D387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Школа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31936-8B3A-4FDA-8E8D-7801277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88D21-22BA-4BCA-A2E3-344B94C0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Школа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20D8-6644-42E8-A4E8-2CAE4F61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0FB0-CC62-45DB-A4F0-FD6769F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Школа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E3BAF-F34B-432F-9CD2-01537CF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C9093-FF81-45A6-A6B8-25E1B598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721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ВУЗ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DF15A-F3DC-4549-A76E-F1DCD2F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A93F0-C8CD-4C22-929A-A4BAAB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Лицей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0B9AA-3106-4D0B-8309-93161BC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E5DFB-0D8A-4AEE-B2C9-6842B055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E50B1-8C3E-4893-9B59-2A3BDBC3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9E4EF-9E75-4FE5-BD78-F40588C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288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Чистота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F72A1-7F1B-4CAA-BFBD-E8B8A78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районы и улицы без мусора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D557C-701F-4321-A6CF-D197B48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6D3C4B-64CA-4478-8DE3-0622915A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0768B-5422-4433-A797-1E04B21B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437A2-3429-4E51-9F72-B376E5BD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99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Деревья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594A30-ADD9-4C29-A643-226F33B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посадки и уход по школам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F1CFF-2AC9-4DA7-9344-6360C60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4337EB-9E33-467C-9031-A3869826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00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42AE0-9622-4B58-B185-5AEF42B6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95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4EFA7-5754-4173-BDA8-EA01B946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910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Рейтинг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862A2B-B457-41A7-B9C1-FE4123C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863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классы соревнуются добрыми делами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DBC59-0112-4060-AD58-56630E18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213752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392BC0A7-FE22-45F0-B7E7-1A09727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CF58535-0370-445D-8374-1F84A7BA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Ценность для всех участников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A5486B7-3A0E-49E5-83D4-2EBEF80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Одна платформа связывает детей, родителей, школы, бренды и страну.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CCE2A-2C80-43EE-A28F-F5237C62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37AA2-5E7A-4BDC-97E7-763B5C93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7CA15-727C-4344-AB7F-7234C93F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56807-A58C-474A-B29C-C919C63D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35E4F-8A8F-4029-BE37-1AAB6083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Дети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8593D-DD7A-4C8A-8EB4-9B8EBE1D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развитие, привычки, награды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4CC40-6977-4F4E-9791-553AAB67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9B34E-04A8-4A98-BABC-1C0F9497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88339-1E1C-4B91-8611-2A211B1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👨‍👩‍👧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7EC05-D64E-49D3-B60E-AC03D26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Родители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6D983-CF5A-45D0-BF8F-7E315B40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инструмент воспитания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8DAA7-2E23-4B79-A66C-2599FCFD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97D5C-533E-47C7-A227-DA5D78CB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8F4E8-4872-4241-B70B-CEEAC32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800DE-1308-4BA0-A2F1-D227CB3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Школы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D3A92-6A30-4DBC-91A1-93BEF92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мотивация и аналитика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4D3B3-B46A-457D-B5E1-8CAF959A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6B0B5-D8A7-408E-AE98-D654A1AA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9E31C-9C3F-4A20-B5BE-0FAE382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9FF2E-DDAD-46F2-9D78-6896173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57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Бренды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53015-53A7-4F95-823E-6C7C198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реклама и социальный имидж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93A39-A6DE-49A4-B145-03AF76F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2ED86-4D8F-4172-83C7-E0A12FA4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532D">
              <a:alpha val="13333"/>
            </a:srgbClr>
          </a:solidFill>
          <a:ln xmlns:a="http://schemas.openxmlformats.org/drawingml/2006/main" w="9525">
            <a:solidFill>
              <a:srgbClr val="14532D">
                <a:alpha val="1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8F422-4CB8-461B-AB6F-BE2A5D7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5491B-8E59-46C4-893A-20C3E36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57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Страна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B8811-725F-4960-A2E4-10F776D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48200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поколение, которое восстанавливает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3CA25-3506-46B8-9E5F-2CDF320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2114045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3E389F46-9B14-4871-8F4A-77C1F5D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GREENLEARNAI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8276A8E-7FC1-4222-B97E-2B3CDF5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Монетизация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EB5D19BD-DFC9-4883-AC77-0396824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В системе есть несколько сторон, которым выгодно покупать или финансировать GreenPoints.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E1C23-CC45-44A3-8042-E8F159BD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4ADE5-43B5-4DDD-B56A-48479B23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53340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1143000" y="2743200"/>
          <a:ext xmlns:a="http://schemas.openxmlformats.org/drawingml/2006/main" cx="4667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700bd80b92428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F6BC8-7024-4857-A9E4-F1E0B7B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419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4BAAC-2935-42C9-8502-3F20F6B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>
                <a:alpha val="1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3DCEB-C429-45CA-AC9A-63F1CE1D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31780-8E32-4EDE-B217-977CA91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9552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1. Семьи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7D91C-6CAA-4643-8911-131FC904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покупка GreenPoints для домашних миссий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8D5CB-01B9-4046-BD23-7582314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19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02528-F132-4AC0-940D-8622761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9525">
            <a:solidFill>
              <a:srgbClr val="0EA5E9">
                <a:alpha val="1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A4AA9-520F-42F7-BB5C-9270494F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8E783-8533-418E-B8EC-5AD3078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52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2. Школы и ВУЗы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B185-09B9-4B26-800D-2E5710F0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480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пакеты баллов для классов и студентов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91830-1EA1-4D74-A5AF-280C462E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419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78469-1085-4EBF-A90F-C5D9F55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7A092-472E-4B1A-9F0B-BFB7223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09994-F26C-48B6-84A6-A9196B42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3. Бренды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70F7B-6364-407D-A94B-1E67F42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053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партнёрские миссии, купоны и акции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2F7C6-15BF-4B4D-920B-6852800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19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D7422-318B-4AB5-B72A-A0DE0A3F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1C198-766F-4F31-8678-790B317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72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0BB89-EA60-4822-92FC-604085C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672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4.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9AEA7-E990-4CCA-90FE-29E66885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625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расширенная аналитика для родителей и организаций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96E96-C76D-4265-9C4E-442A192E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Учись. Делай добро.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1117747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039B8-C9C8-469E-9C6E-FCF6363B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FF301-B151-4AD5-8B36-6ACDC1E6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F5067-69D8-450A-9181-5F34EA65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288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CC060-3E36-441E-A198-E7045543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28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C537A-1406-4763-A6CA-06316C70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Школы Бишкека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77D84-95A1-4D13-8FF5-D2D2A8C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пилотные классы и первые GreenPoints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79F5D-AECD-45F1-81F7-7A6EDB01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EDBE8-DDFA-40F8-A60F-57D63CC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288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BCD88-C8DE-4654-BAC8-4309DF81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28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C087B-53CC-4588-AE89-755CACC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Городская эко-карта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A2BFD-A4D5-4040-91C2-FD0304A3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районы, улицы, парки и школьные зоны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332E3-39A2-4507-B3B4-04BA08C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A4292-A729-47FC-95BA-1D046129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288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9FEE2-0E59-443E-BE53-9E047EF6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28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7F10E-ABA3-46DC-B478-B50A014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Партнёры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E47F-5F6D-4372-A0CF-7C488C4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купоны, награды, образовательные центры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9BE83-528D-4EDE-8ED7-745B5D8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96169-F8C4-4D78-AA7C-7112948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288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36AD2-C727-4ED8-A94F-2CAE5D4A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Весь Кыргызстан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5AE97-9B0B-4399-B52F-C45117F7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национальное движение добрых дел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B7256-3A7E-4E4E-97F5-6C332D5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96774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55AE6-5983-41E3-B583-84BC32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880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Мы не просто даём детям приложение. Мы даём им причину стать лучше.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87867-595E-4AC8-AD75-9CA602B6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531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GreenLearnAI — учись, делай добро, меняй мир.</a:t>
            </a:r>
          </a:p>
        </p:txBody>
      </p:sp>
    </p:spTree>
    <p:extLst>
      <p:ext uri="{BB962C8B-B14F-4D97-AF65-F5344CB8AC3E}">
        <p14:creationId xmlns:p14="http://schemas.microsoft.com/office/powerpoint/2010/main" val="4645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2026-06-18T09:41:12.8980000Z</dcterms:created>
  <dcterms:modified xsi:type="dcterms:W3CDTF">2026-06-18T09:41:12.8980000Z</dcterms:modified>
</coreProperties>
</file>